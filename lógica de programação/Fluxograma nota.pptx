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C3631-F645-44BD-80F1-9D3DF1B43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F2FEC3-1487-41C8-A3C6-362D0FFEC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8771F9-6CFC-4A89-A7D3-853F75F2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E3CBE9-90FE-477C-B961-BCEBBC77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C13C05-6687-4D37-847D-AEF586AB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21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37F3C-4C57-4CB7-83F6-A1632C5E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793EB5-2DDD-4B95-82BA-BDBB80FD1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ECD790-546E-4747-B0A1-BA7FA76E7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E9B739-305E-4CB6-A141-225B1B12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7C13A2-D7C2-428D-A5D0-AE48064A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80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DF285-E02E-4664-8AD9-E76331C6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43AE36-250E-411F-9E09-015101AE7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E9DBCD-6EEF-4C00-9102-583575F5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59872B-F19E-4665-9582-128C96EF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B3AE3A-E2F5-4823-92F2-9986E7BC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44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A7BEE-1DBC-4319-8CB5-E53ED8EDA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D6CBAB-FC95-4A5B-9EF8-C608EFCFD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3EFBD4-34E7-480E-8969-3E3A4DA98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2F70E2-9A3A-4CA7-8C35-8BE35D511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C2D3B0-0408-4075-8CDD-61C4A10C4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DB2147-29E6-4FB2-BCEF-48EA8635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01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FB3B0-71BC-4254-8B59-82E13775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1E8B63-8873-4086-8CA0-BF13F196A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9406AB-F1FB-46FD-BD6A-2B6A13661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8C3C9BF-84C2-4C75-88F5-5FAA8B832B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45A4F1-7E65-4048-A082-85FB33DB7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1DBF10-61C2-45C3-8056-6BB624FF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5377AF3-49B7-4FC6-85D5-40593CF7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821094-314F-49FF-9719-C27BD6F7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D262D-1503-465A-8682-C4F42A61D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9FC663-34BA-42C7-9C17-CE5DCBD25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B2503AD-DF8A-4049-AB8C-ACBC3B0F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BC0805-A260-41E5-90D9-A3854632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424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8EA4A12-663C-47EE-8F41-58329C8C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C103233-CFDA-47CD-966A-1C08CF8F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0A8B35-C232-46C5-8241-38A9480A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68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8022C-FFB8-433D-910D-4C4F4EC6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3E8D32-7856-4705-878D-12B1946C1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28DFD6-C0E1-4094-803B-259097F23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07E96D-75E2-4E98-9F72-BDE8AB98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3FB626-AA61-46F5-B143-D3577196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42D283-86D8-46C2-84E5-06644AD6F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6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6231D1-7BF2-4355-B338-01C82E5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377888-D29A-40FB-9F40-D6E23A4691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9EA46B-5FD0-4B90-B28C-BB3B4D7D4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ADF7A0-FAAD-47E7-822C-2B5AFC4F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966883-924A-466F-9AE7-8F4C3F8D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E6B8A0-EAF0-45D6-84BA-2875A369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44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72EFF-013F-4078-A298-7CF7A83F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D8F19A-14F2-4407-A822-D80D02117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721B57-288B-40D2-AFE1-ECAF13FA7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FFC8E-3B3B-47D6-A07B-5367F2A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22F83B-A693-44D8-80AC-DB5699092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603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86037D9-611B-49E2-88AA-E25082E8C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11D4CE-3C66-4FF8-AF56-06283CE2F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112CA2-5D4A-48A5-9D06-488031CF7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58578C-FAEC-4074-B1D4-D56A494E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389277-6699-4877-903D-AD0BAFEB8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93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360269B-533D-40F5-B2F4-5288CAAF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560F2F-84E1-49C8-ADCA-F351C4E4C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A47EFC-7648-41A1-BEB5-F492D7440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8B7D2-AA74-4C89-AA60-1EBDF7E7D153}" type="datetimeFigureOut">
              <a:rPr lang="pt-BR" smtClean="0"/>
              <a:t>11/09/2025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F34CCE-D5C5-42D0-969C-712508923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649B2C-82E8-4762-B848-874281A9B3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3651F-7721-47F9-B537-2693AF893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70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3624D206-2AAE-431E-B0F7-18A8BDBEE1BA}"/>
              </a:ext>
            </a:extLst>
          </p:cNvPr>
          <p:cNvSpPr/>
          <p:nvPr/>
        </p:nvSpPr>
        <p:spPr>
          <a:xfrm>
            <a:off x="4921624" y="197224"/>
            <a:ext cx="1174376" cy="421341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Inicio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1AA82E1-4F2D-4520-882D-7535E5067231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5508812" y="618565"/>
            <a:ext cx="0" cy="127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uxograma: Entrada Manual 8">
            <a:extLst>
              <a:ext uri="{FF2B5EF4-FFF2-40B4-BE49-F238E27FC236}">
                <a16:creationId xmlns:a16="http://schemas.microsoft.com/office/drawing/2014/main" id="{65F3DB67-10BD-476A-9A76-E6F4E96E27AC}"/>
              </a:ext>
            </a:extLst>
          </p:cNvPr>
          <p:cNvSpPr/>
          <p:nvPr/>
        </p:nvSpPr>
        <p:spPr>
          <a:xfrm>
            <a:off x="4921624" y="703729"/>
            <a:ext cx="1174376" cy="421341"/>
          </a:xfrm>
          <a:prstGeom prst="flowChartManualIn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Nota</a:t>
            </a:r>
          </a:p>
        </p:txBody>
      </p:sp>
      <p:sp>
        <p:nvSpPr>
          <p:cNvPr id="16" name="Fluxograma: Entrada Manual 15">
            <a:extLst>
              <a:ext uri="{FF2B5EF4-FFF2-40B4-BE49-F238E27FC236}">
                <a16:creationId xmlns:a16="http://schemas.microsoft.com/office/drawing/2014/main" id="{7E462FAB-5171-4AAF-A54A-4601876DFC3B}"/>
              </a:ext>
            </a:extLst>
          </p:cNvPr>
          <p:cNvSpPr/>
          <p:nvPr/>
        </p:nvSpPr>
        <p:spPr>
          <a:xfrm>
            <a:off x="4921624" y="1210234"/>
            <a:ext cx="1174376" cy="421341"/>
          </a:xfrm>
          <a:prstGeom prst="flowChartManualIn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Média = 6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982147C-C3EF-413B-83DF-DD278393B384}"/>
              </a:ext>
            </a:extLst>
          </p:cNvPr>
          <p:cNvCxnSpPr>
            <a:stCxn id="9" idx="2"/>
            <a:endCxn id="16" idx="0"/>
          </p:cNvCxnSpPr>
          <p:nvPr/>
        </p:nvCxnSpPr>
        <p:spPr>
          <a:xfrm>
            <a:off x="5508812" y="1125070"/>
            <a:ext cx="0" cy="127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AF736627-CF90-4B4F-9EC8-82D9AFF68A4A}"/>
              </a:ext>
            </a:extLst>
          </p:cNvPr>
          <p:cNvCxnSpPr>
            <a:cxnSpLocks/>
            <a:stCxn id="16" idx="2"/>
            <a:endCxn id="29" idx="0"/>
          </p:cNvCxnSpPr>
          <p:nvPr/>
        </p:nvCxnSpPr>
        <p:spPr>
          <a:xfrm>
            <a:off x="5508812" y="1631575"/>
            <a:ext cx="0" cy="138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uxograma: Decisão 28">
            <a:extLst>
              <a:ext uri="{FF2B5EF4-FFF2-40B4-BE49-F238E27FC236}">
                <a16:creationId xmlns:a16="http://schemas.microsoft.com/office/drawing/2014/main" id="{708DB995-239F-4A31-9B1E-CAB3A448CB1D}"/>
              </a:ext>
            </a:extLst>
          </p:cNvPr>
          <p:cNvSpPr/>
          <p:nvPr/>
        </p:nvSpPr>
        <p:spPr>
          <a:xfrm>
            <a:off x="4336676" y="1770531"/>
            <a:ext cx="2344271" cy="909915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Nota &lt; 6</a:t>
            </a: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12156076-88DE-49A5-B2F9-11DFCDB19715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3361765" y="2225488"/>
            <a:ext cx="97491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9EC32EC7-974D-44FE-B9D0-63B522687CFC}"/>
              </a:ext>
            </a:extLst>
          </p:cNvPr>
          <p:cNvCxnSpPr>
            <a:cxnSpLocks/>
          </p:cNvCxnSpPr>
          <p:nvPr/>
        </p:nvCxnSpPr>
        <p:spPr>
          <a:xfrm flipH="1">
            <a:off x="3342147" y="2225488"/>
            <a:ext cx="19618" cy="804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8120D1D9-0251-4F5B-B502-CA77B1DBCF58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6680947" y="2225489"/>
            <a:ext cx="9702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DB80C251-0644-44F7-BBFD-5C241A8CF0C8}"/>
              </a:ext>
            </a:extLst>
          </p:cNvPr>
          <p:cNvCxnSpPr>
            <a:cxnSpLocks/>
            <a:endCxn id="93" idx="0"/>
          </p:cNvCxnSpPr>
          <p:nvPr/>
        </p:nvCxnSpPr>
        <p:spPr>
          <a:xfrm flipH="1">
            <a:off x="7651181" y="2225488"/>
            <a:ext cx="19618" cy="646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C43665C6-1107-4ADC-9514-8B7FB4B6892D}"/>
              </a:ext>
            </a:extLst>
          </p:cNvPr>
          <p:cNvCxnSpPr>
            <a:cxnSpLocks/>
          </p:cNvCxnSpPr>
          <p:nvPr/>
        </p:nvCxnSpPr>
        <p:spPr>
          <a:xfrm>
            <a:off x="3361765" y="3421150"/>
            <a:ext cx="0" cy="52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15831CF0-D1E0-4171-90A4-448E24C47338}"/>
              </a:ext>
            </a:extLst>
          </p:cNvPr>
          <p:cNvCxnSpPr>
            <a:cxnSpLocks/>
            <a:stCxn id="74" idx="2"/>
          </p:cNvCxnSpPr>
          <p:nvPr/>
        </p:nvCxnSpPr>
        <p:spPr>
          <a:xfrm flipH="1" flipV="1">
            <a:off x="3361765" y="3943910"/>
            <a:ext cx="1783986" cy="5109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EDB2280C-F40A-4C26-9A17-FFE54192297E}"/>
              </a:ext>
            </a:extLst>
          </p:cNvPr>
          <p:cNvCxnSpPr>
            <a:cxnSpLocks/>
            <a:stCxn id="74" idx="6"/>
          </p:cNvCxnSpPr>
          <p:nvPr/>
        </p:nvCxnSpPr>
        <p:spPr>
          <a:xfrm flipV="1">
            <a:off x="6096000" y="3932139"/>
            <a:ext cx="1555180" cy="52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90C8B2F-00E4-46CE-9428-FAC3F477CD4D}"/>
              </a:ext>
            </a:extLst>
          </p:cNvPr>
          <p:cNvCxnSpPr>
            <a:cxnSpLocks/>
            <a:stCxn id="93" idx="2"/>
          </p:cNvCxnSpPr>
          <p:nvPr/>
        </p:nvCxnSpPr>
        <p:spPr>
          <a:xfrm flipH="1">
            <a:off x="7651180" y="3394258"/>
            <a:ext cx="1" cy="549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luxograma: Terminação 68">
            <a:extLst>
              <a:ext uri="{FF2B5EF4-FFF2-40B4-BE49-F238E27FC236}">
                <a16:creationId xmlns:a16="http://schemas.microsoft.com/office/drawing/2014/main" id="{CE2F8840-263F-48A7-AB62-2CE087B62938}"/>
              </a:ext>
            </a:extLst>
          </p:cNvPr>
          <p:cNvSpPr/>
          <p:nvPr/>
        </p:nvSpPr>
        <p:spPr>
          <a:xfrm>
            <a:off x="5145750" y="5218571"/>
            <a:ext cx="950250" cy="429195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sp>
        <p:nvSpPr>
          <p:cNvPr id="74" name="Fluxograma: Conector 73">
            <a:extLst>
              <a:ext uri="{FF2B5EF4-FFF2-40B4-BE49-F238E27FC236}">
                <a16:creationId xmlns:a16="http://schemas.microsoft.com/office/drawing/2014/main" id="{C5D9DD25-09DF-4707-98B5-9782627761F9}"/>
              </a:ext>
            </a:extLst>
          </p:cNvPr>
          <p:cNvSpPr/>
          <p:nvPr/>
        </p:nvSpPr>
        <p:spPr>
          <a:xfrm>
            <a:off x="5145751" y="4071658"/>
            <a:ext cx="950249" cy="766482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598F4C8C-F231-4BDB-A78F-8B6F9179244A}"/>
              </a:ext>
            </a:extLst>
          </p:cNvPr>
          <p:cNvCxnSpPr>
            <a:cxnSpLocks/>
            <a:stCxn id="74" idx="4"/>
            <a:endCxn id="69" idx="0"/>
          </p:cNvCxnSpPr>
          <p:nvPr/>
        </p:nvCxnSpPr>
        <p:spPr>
          <a:xfrm flipH="1">
            <a:off x="5620875" y="4838140"/>
            <a:ext cx="1" cy="380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Fluxograma: Exibir 86">
            <a:extLst>
              <a:ext uri="{FF2B5EF4-FFF2-40B4-BE49-F238E27FC236}">
                <a16:creationId xmlns:a16="http://schemas.microsoft.com/office/drawing/2014/main" id="{630B005D-735F-41F2-9B67-190859F1135E}"/>
              </a:ext>
            </a:extLst>
          </p:cNvPr>
          <p:cNvSpPr/>
          <p:nvPr/>
        </p:nvSpPr>
        <p:spPr>
          <a:xfrm>
            <a:off x="2438285" y="2906240"/>
            <a:ext cx="1846960" cy="522760"/>
          </a:xfrm>
          <a:prstGeom prst="flowChartDisp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Reprovado</a:t>
            </a:r>
          </a:p>
        </p:txBody>
      </p:sp>
      <p:sp>
        <p:nvSpPr>
          <p:cNvPr id="93" name="Fluxograma: Exibir 92">
            <a:extLst>
              <a:ext uri="{FF2B5EF4-FFF2-40B4-BE49-F238E27FC236}">
                <a16:creationId xmlns:a16="http://schemas.microsoft.com/office/drawing/2014/main" id="{22422438-1381-4FED-AAE7-89AD0D00FDE2}"/>
              </a:ext>
            </a:extLst>
          </p:cNvPr>
          <p:cNvSpPr/>
          <p:nvPr/>
        </p:nvSpPr>
        <p:spPr>
          <a:xfrm>
            <a:off x="6733055" y="2871498"/>
            <a:ext cx="1836252" cy="522760"/>
          </a:xfrm>
          <a:prstGeom prst="flowChartDispla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Aprovado</a:t>
            </a:r>
          </a:p>
        </p:txBody>
      </p:sp>
    </p:spTree>
    <p:extLst>
      <p:ext uri="{BB962C8B-B14F-4D97-AF65-F5344CB8AC3E}">
        <p14:creationId xmlns:p14="http://schemas.microsoft.com/office/powerpoint/2010/main" val="15259649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FIC</dc:creator>
  <cp:lastModifiedBy>FIC</cp:lastModifiedBy>
  <cp:revision>4</cp:revision>
  <dcterms:created xsi:type="dcterms:W3CDTF">2025-09-11T16:53:00Z</dcterms:created>
  <dcterms:modified xsi:type="dcterms:W3CDTF">2025-09-11T17:21:28Z</dcterms:modified>
</cp:coreProperties>
</file>