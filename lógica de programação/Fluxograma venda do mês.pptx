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C" initials="F" lastIdx="1" clrIdx="0">
    <p:extLst>
      <p:ext uri="{19B8F6BF-5375-455C-9EA6-DF929625EA0E}">
        <p15:presenceInfo xmlns:p15="http://schemas.microsoft.com/office/powerpoint/2012/main" userId="FI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CE9A3-FF0B-4865-82C1-E3AE46E8A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03B2D6-8F4F-486E-8D75-7E9AB986C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D1E279-10BC-4D01-918F-D3084F016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3A5B-1750-477E-914D-A4DE2601130C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E028A9-B4AD-4E62-BC6C-B04408295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1D8C15-EFC7-401C-AFB2-4C1C12F79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0C16-0BB4-4C29-8727-1F3DA2E52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84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EA5E0-F164-439D-9462-85B8E0AA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9AF430-AD6B-4837-97EB-969A21C17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310872-7CA0-45EB-B828-A02DDD7F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3A5B-1750-477E-914D-A4DE2601130C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A3DD0A-8FB3-489C-A777-CE8A6D77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AC310F-ECFB-41E3-9467-715E4A68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0C16-0BB4-4C29-8727-1F3DA2E52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879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C92F1-C6F1-4B2D-B054-20401F7C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BC7DF6-AAC0-4241-B1B5-51E6AD697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287545-5744-4454-926C-5041B92D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3A5B-1750-477E-914D-A4DE2601130C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593EB6-382D-420B-9F09-8E25573D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9D24FA-ECA8-4326-B29B-ABEBCE88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0C16-0BB4-4C29-8727-1F3DA2E52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9812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08D68-786B-4100-9D15-FB00A6677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EE493F-0FEB-45AA-9FEA-4D51F44DA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85CDEF-632F-43C5-B432-7186A98CE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2B4FA7-036B-4A8F-B276-C0B65458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3A5B-1750-477E-914D-A4DE2601130C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767F2E-C35F-4E15-B560-AFABD3EC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BDA071-B37B-46B1-8E94-38864D4D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0C16-0BB4-4C29-8727-1F3DA2E52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567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A23B7-C2FE-4BE8-AE2B-218827F0A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99B74B-C829-4301-A3DF-169BE54CA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0BB17A-6A33-4755-AA6D-0EA5B313C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D720D1C-074F-4818-8FCE-3149541CD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FDC4477-898B-4245-B01F-1432B1E3A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D22A0C5-D671-404E-81AC-50ADF987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3A5B-1750-477E-914D-A4DE2601130C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C6071CF-851F-42EC-8164-952CF3DB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A69FD8-443A-4CBA-B1A7-11FA3C38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0C16-0BB4-4C29-8727-1F3DA2E52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285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2991A-69EA-4BAE-99B3-E7EEB473D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D6116F5-A0A7-4065-BFAD-BFF109E9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3A5B-1750-477E-914D-A4DE2601130C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D87C73C-7B7F-467F-8469-835C4D349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BEFA1E7-C4B1-4B24-B84D-3C251EC96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0C16-0BB4-4C29-8727-1F3DA2E52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2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0DFC87C-610D-447D-9411-E02C957A3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3A5B-1750-477E-914D-A4DE2601130C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B3B13AA-F33F-4A2F-8E91-5A982EE1A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07C60E-CD8E-43CF-81F5-E85598AC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0C16-0BB4-4C29-8727-1F3DA2E52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888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CD450-4A61-4F3B-A045-F76D9432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9DDA3C-1C84-4132-A50B-9381DB89E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BDD31F-50C2-4A8E-A319-6EB06AD3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E366BB-A4D3-49FC-86D6-51DF4CE3C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3A5B-1750-477E-914D-A4DE2601130C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F466D4-D6A3-4933-AEC7-E19FE2AC2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7C8065-528A-49BB-8908-C242EC67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0C16-0BB4-4C29-8727-1F3DA2E52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759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E2547-B069-4FA8-87F6-C1E26560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7B15402-FD77-42E1-90F2-C079EA238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2C7E18-1FF7-4D7A-81EF-200D4EABF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4C5585-8D7C-454C-AB5F-0DB400967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3A5B-1750-477E-914D-A4DE2601130C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4B9FC2-3A68-43AA-8F55-8B2D61F17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993B09-CB29-4418-AA88-F86CF2091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0C16-0BB4-4C29-8727-1F3DA2E52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24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4F369-7BE3-4BF7-B6D9-5E2DBD3AE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7C453D-8D7A-4DF9-B8BD-A2335206B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A83E68-6A96-4BFF-B2D4-30665D931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3A5B-1750-477E-914D-A4DE2601130C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40B922-DDAB-41DA-BAA1-4BDD3522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AEB94B-E5A4-4111-AC36-9CBFB238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0C16-0BB4-4C29-8727-1F3DA2E52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250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00B816-92C2-47C0-971F-BBA845C3C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FF9379-B1F8-48AC-AC96-2F650C2E4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55BBE9-515D-4CA2-BDEC-70A01F9A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3A5B-1750-477E-914D-A4DE2601130C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6121D3-A510-4BF6-AAB8-481D2A472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7C3BFB-67A6-45A6-A128-0A370F0B0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0C16-0BB4-4C29-8727-1F3DA2E52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638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3B63B1B-D0BE-446A-A255-7DC081F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484E1D-7819-45C9-B22C-28EDF139F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55EDDF-1912-4524-B060-DEE1E1A25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73A5B-1750-477E-914D-A4DE2601130C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68DCCE-A41A-495A-9885-EC51E5B57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E9F21-3FA0-4A55-AD6F-611D3B5D5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80C16-0BB4-4C29-8727-1F3DA2E52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417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xograma: Terminação 3">
            <a:extLst>
              <a:ext uri="{FF2B5EF4-FFF2-40B4-BE49-F238E27FC236}">
                <a16:creationId xmlns:a16="http://schemas.microsoft.com/office/drawing/2014/main" id="{0539EA0B-5E66-4775-BD90-43B9072B0B71}"/>
              </a:ext>
            </a:extLst>
          </p:cNvPr>
          <p:cNvSpPr/>
          <p:nvPr/>
        </p:nvSpPr>
        <p:spPr>
          <a:xfrm>
            <a:off x="1541930" y="40333"/>
            <a:ext cx="1541929" cy="475129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Inicio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BE85DA18-62B1-4239-BAB5-977777178A20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2312895" y="515462"/>
            <a:ext cx="0" cy="398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uxograma: Entrada Manual 6">
            <a:extLst>
              <a:ext uri="{FF2B5EF4-FFF2-40B4-BE49-F238E27FC236}">
                <a16:creationId xmlns:a16="http://schemas.microsoft.com/office/drawing/2014/main" id="{0B133192-4F39-4325-9A5C-7F074A5DC2A3}"/>
              </a:ext>
            </a:extLst>
          </p:cNvPr>
          <p:cNvSpPr/>
          <p:nvPr/>
        </p:nvSpPr>
        <p:spPr>
          <a:xfrm>
            <a:off x="1541929" y="847161"/>
            <a:ext cx="1541931" cy="672353"/>
          </a:xfrm>
          <a:prstGeom prst="flowChartManualIn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Venda do Mês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0B92821-19DF-4D5B-90E8-D748DDBD4608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flipH="1">
            <a:off x="2312893" y="1519514"/>
            <a:ext cx="2" cy="251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uxograma: Decisão 11">
            <a:extLst>
              <a:ext uri="{FF2B5EF4-FFF2-40B4-BE49-F238E27FC236}">
                <a16:creationId xmlns:a16="http://schemas.microsoft.com/office/drawing/2014/main" id="{DF9B7E1E-2513-4033-A012-A3DB67091A33}"/>
              </a:ext>
            </a:extLst>
          </p:cNvPr>
          <p:cNvSpPr/>
          <p:nvPr/>
        </p:nvSpPr>
        <p:spPr>
          <a:xfrm>
            <a:off x="1447797" y="1770523"/>
            <a:ext cx="1730192" cy="91440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Venda do Mês</a:t>
            </a:r>
          </a:p>
          <a:p>
            <a:pPr algn="ctr"/>
            <a:r>
              <a:rPr lang="pt-BR" sz="1200" dirty="0"/>
              <a:t>&gt; 9000</a:t>
            </a:r>
          </a:p>
        </p:txBody>
      </p: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7375F6D1-6A5A-43A5-93DF-9F584B6E3331}"/>
              </a:ext>
            </a:extLst>
          </p:cNvPr>
          <p:cNvCxnSpPr>
            <a:cxnSpLocks/>
            <a:stCxn id="12" idx="1"/>
            <a:endCxn id="24" idx="0"/>
          </p:cNvCxnSpPr>
          <p:nvPr/>
        </p:nvCxnSpPr>
        <p:spPr>
          <a:xfrm rot="10800000" flipV="1">
            <a:off x="704847" y="2227724"/>
            <a:ext cx="742950" cy="7216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uxograma: Exibir 23">
            <a:extLst>
              <a:ext uri="{FF2B5EF4-FFF2-40B4-BE49-F238E27FC236}">
                <a16:creationId xmlns:a16="http://schemas.microsoft.com/office/drawing/2014/main" id="{C33C6B62-B936-44A6-A87B-3A1B9733E087}"/>
              </a:ext>
            </a:extLst>
          </p:cNvPr>
          <p:cNvSpPr/>
          <p:nvPr/>
        </p:nvSpPr>
        <p:spPr>
          <a:xfrm>
            <a:off x="12325" y="2949388"/>
            <a:ext cx="1385044" cy="430306"/>
          </a:xfrm>
          <a:prstGeom prst="flowChartDispla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Superou</a:t>
            </a:r>
          </a:p>
        </p:txBody>
      </p: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D7912253-0433-4E51-AA25-DCEB043986AF}"/>
              </a:ext>
            </a:extLst>
          </p:cNvPr>
          <p:cNvCxnSpPr>
            <a:cxnSpLocks/>
            <a:stCxn id="12" idx="3"/>
            <a:endCxn id="39" idx="0"/>
          </p:cNvCxnSpPr>
          <p:nvPr/>
        </p:nvCxnSpPr>
        <p:spPr>
          <a:xfrm>
            <a:off x="3177989" y="2227725"/>
            <a:ext cx="587187" cy="4796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uxograma: Decisão 38">
            <a:extLst>
              <a:ext uri="{FF2B5EF4-FFF2-40B4-BE49-F238E27FC236}">
                <a16:creationId xmlns:a16="http://schemas.microsoft.com/office/drawing/2014/main" id="{64D61821-D01C-4B9D-B040-FCB0616D6B13}"/>
              </a:ext>
            </a:extLst>
          </p:cNvPr>
          <p:cNvSpPr/>
          <p:nvPr/>
        </p:nvSpPr>
        <p:spPr>
          <a:xfrm>
            <a:off x="2900080" y="2707339"/>
            <a:ext cx="1730192" cy="91440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Venda do Mês</a:t>
            </a:r>
          </a:p>
          <a:p>
            <a:pPr algn="ctr"/>
            <a:r>
              <a:rPr lang="pt-BR" sz="1200" dirty="0"/>
              <a:t>&lt; 9000</a:t>
            </a:r>
          </a:p>
        </p:txBody>
      </p:sp>
      <p:sp>
        <p:nvSpPr>
          <p:cNvPr id="44" name="Fluxograma: Exibir 43">
            <a:extLst>
              <a:ext uri="{FF2B5EF4-FFF2-40B4-BE49-F238E27FC236}">
                <a16:creationId xmlns:a16="http://schemas.microsoft.com/office/drawing/2014/main" id="{7B5C38A7-4674-4C63-8BEC-A7A9DE7A637C}"/>
              </a:ext>
            </a:extLst>
          </p:cNvPr>
          <p:cNvSpPr/>
          <p:nvPr/>
        </p:nvSpPr>
        <p:spPr>
          <a:xfrm>
            <a:off x="1752605" y="3778626"/>
            <a:ext cx="1385044" cy="430306"/>
          </a:xfrm>
          <a:prstGeom prst="flowChartDispla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Não Superou</a:t>
            </a:r>
          </a:p>
        </p:txBody>
      </p: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CA9387F7-085D-4DB9-8D9C-ABE05CC1AF83}"/>
              </a:ext>
            </a:extLst>
          </p:cNvPr>
          <p:cNvCxnSpPr>
            <a:cxnSpLocks/>
            <a:stCxn id="39" idx="1"/>
            <a:endCxn id="44" idx="0"/>
          </p:cNvCxnSpPr>
          <p:nvPr/>
        </p:nvCxnSpPr>
        <p:spPr>
          <a:xfrm rot="10800000" flipV="1">
            <a:off x="2445128" y="3164540"/>
            <a:ext cx="454953" cy="6140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ED84916E-E668-4A9E-8B94-BFB163526D2C}"/>
              </a:ext>
            </a:extLst>
          </p:cNvPr>
          <p:cNvCxnSpPr>
            <a:cxnSpLocks/>
            <a:stCxn id="39" idx="3"/>
            <a:endCxn id="59" idx="0"/>
          </p:cNvCxnSpPr>
          <p:nvPr/>
        </p:nvCxnSpPr>
        <p:spPr>
          <a:xfrm>
            <a:off x="4630272" y="3164541"/>
            <a:ext cx="335055" cy="6006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luxograma: Exibir 58">
            <a:extLst>
              <a:ext uri="{FF2B5EF4-FFF2-40B4-BE49-F238E27FC236}">
                <a16:creationId xmlns:a16="http://schemas.microsoft.com/office/drawing/2014/main" id="{3C85C0C0-E3F5-4F2B-914C-D313B81C4FA3}"/>
              </a:ext>
            </a:extLst>
          </p:cNvPr>
          <p:cNvSpPr/>
          <p:nvPr/>
        </p:nvSpPr>
        <p:spPr>
          <a:xfrm>
            <a:off x="4272805" y="3765184"/>
            <a:ext cx="1385044" cy="430306"/>
          </a:xfrm>
          <a:prstGeom prst="flowChartDispla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/>
              <a:t>Valor médio</a:t>
            </a:r>
            <a:endParaRPr lang="pt-BR" sz="1200" dirty="0"/>
          </a:p>
        </p:txBody>
      </p:sp>
      <p:cxnSp>
        <p:nvCxnSpPr>
          <p:cNvPr id="64" name="Conector: Angulado 63">
            <a:extLst>
              <a:ext uri="{FF2B5EF4-FFF2-40B4-BE49-F238E27FC236}">
                <a16:creationId xmlns:a16="http://schemas.microsoft.com/office/drawing/2014/main" id="{0BECA6C7-CA5A-43ED-BE29-81ECC12D5A92}"/>
              </a:ext>
            </a:extLst>
          </p:cNvPr>
          <p:cNvCxnSpPr>
            <a:cxnSpLocks/>
            <a:stCxn id="24" idx="2"/>
            <a:endCxn id="65" idx="2"/>
          </p:cNvCxnSpPr>
          <p:nvPr/>
        </p:nvCxnSpPr>
        <p:spPr>
          <a:xfrm rot="16200000" flipH="1">
            <a:off x="314006" y="3770535"/>
            <a:ext cx="2196361" cy="14146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luxograma: Conector 64">
            <a:extLst>
              <a:ext uri="{FF2B5EF4-FFF2-40B4-BE49-F238E27FC236}">
                <a16:creationId xmlns:a16="http://schemas.microsoft.com/office/drawing/2014/main" id="{99BEE3E1-2C1B-422F-A191-00818D5B34E1}"/>
              </a:ext>
            </a:extLst>
          </p:cNvPr>
          <p:cNvSpPr/>
          <p:nvPr/>
        </p:nvSpPr>
        <p:spPr>
          <a:xfrm>
            <a:off x="2119525" y="5239878"/>
            <a:ext cx="651203" cy="672353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Fluxograma: Conector 68">
            <a:extLst>
              <a:ext uri="{FF2B5EF4-FFF2-40B4-BE49-F238E27FC236}">
                <a16:creationId xmlns:a16="http://schemas.microsoft.com/office/drawing/2014/main" id="{C363CE7C-AA28-423C-9087-2A0767E389EF}"/>
              </a:ext>
            </a:extLst>
          </p:cNvPr>
          <p:cNvSpPr/>
          <p:nvPr/>
        </p:nvSpPr>
        <p:spPr>
          <a:xfrm>
            <a:off x="3439574" y="4603391"/>
            <a:ext cx="651203" cy="672353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0" name="Conector: Angulado 69">
            <a:extLst>
              <a:ext uri="{FF2B5EF4-FFF2-40B4-BE49-F238E27FC236}">
                <a16:creationId xmlns:a16="http://schemas.microsoft.com/office/drawing/2014/main" id="{F8E351FD-10FB-4B62-B0EB-20D725CE796E}"/>
              </a:ext>
            </a:extLst>
          </p:cNvPr>
          <p:cNvCxnSpPr>
            <a:cxnSpLocks/>
            <a:stCxn id="44" idx="2"/>
            <a:endCxn id="69" idx="2"/>
          </p:cNvCxnSpPr>
          <p:nvPr/>
        </p:nvCxnSpPr>
        <p:spPr>
          <a:xfrm rot="16200000" flipH="1">
            <a:off x="2577032" y="4077026"/>
            <a:ext cx="730636" cy="9944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: Angulado 72">
            <a:extLst>
              <a:ext uri="{FF2B5EF4-FFF2-40B4-BE49-F238E27FC236}">
                <a16:creationId xmlns:a16="http://schemas.microsoft.com/office/drawing/2014/main" id="{AFC9435E-AA44-4399-8BDB-E161538429FF}"/>
              </a:ext>
            </a:extLst>
          </p:cNvPr>
          <p:cNvCxnSpPr>
            <a:cxnSpLocks/>
            <a:stCxn id="59" idx="2"/>
            <a:endCxn id="69" idx="6"/>
          </p:cNvCxnSpPr>
          <p:nvPr/>
        </p:nvCxnSpPr>
        <p:spPr>
          <a:xfrm rot="5400000">
            <a:off x="4156013" y="4130254"/>
            <a:ext cx="744078" cy="8745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: Angulado 75">
            <a:extLst>
              <a:ext uri="{FF2B5EF4-FFF2-40B4-BE49-F238E27FC236}">
                <a16:creationId xmlns:a16="http://schemas.microsoft.com/office/drawing/2014/main" id="{FC8F61EF-237D-46AF-9794-0029BA74BBB6}"/>
              </a:ext>
            </a:extLst>
          </p:cNvPr>
          <p:cNvCxnSpPr>
            <a:cxnSpLocks/>
            <a:stCxn id="69" idx="4"/>
            <a:endCxn id="65" idx="6"/>
          </p:cNvCxnSpPr>
          <p:nvPr/>
        </p:nvCxnSpPr>
        <p:spPr>
          <a:xfrm rot="5400000">
            <a:off x="3117797" y="4928675"/>
            <a:ext cx="300311" cy="9944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691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FIC</dc:creator>
  <cp:lastModifiedBy>FIC</cp:lastModifiedBy>
  <cp:revision>3</cp:revision>
  <dcterms:created xsi:type="dcterms:W3CDTF">2025-09-11T17:47:52Z</dcterms:created>
  <dcterms:modified xsi:type="dcterms:W3CDTF">2025-09-11T18:13:32Z</dcterms:modified>
</cp:coreProperties>
</file>